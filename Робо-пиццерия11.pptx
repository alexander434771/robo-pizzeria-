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metanit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ru-RU" b="1" i="1" u="sng" dirty="0" smtClean="0"/>
              <a:t>Робо-пиццерия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54955" y="4777381"/>
            <a:ext cx="8825658" cy="861420"/>
          </a:xfrm>
        </p:spPr>
        <p:txBody>
          <a:bodyPr>
            <a:normAutofit/>
          </a:bodyPr>
          <a:lstStyle/>
          <a:p>
            <a:r>
              <a:rPr lang="ru-RU" sz="2800" b="1" u="sng" dirty="0" smtClean="0">
                <a:solidFill>
                  <a:schemeClr val="tx1"/>
                </a:solidFill>
              </a:rPr>
              <a:t>Защита проекта</a:t>
            </a:r>
            <a:endParaRPr lang="ru-RU" sz="2800" b="1" u="sn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7579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1" u="sng" dirty="0"/>
              <a:t>1</a:t>
            </a:r>
            <a:r>
              <a:rPr lang="ru-RU" b="1" i="1" u="sng" dirty="0" smtClean="0"/>
              <a:t>. Кто </a:t>
            </a:r>
            <a:r>
              <a:rPr lang="ru-RU" b="1" i="1" u="sng" dirty="0"/>
              <a:t>работал над программой</a:t>
            </a:r>
            <a:endParaRPr lang="ru-RU" b="1" i="1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03312" y="2052918"/>
            <a:ext cx="9412288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600" u="sng" dirty="0" smtClean="0"/>
              <a:t>90%</a:t>
            </a:r>
            <a:r>
              <a:rPr lang="ru-RU" sz="3600" dirty="0" smtClean="0"/>
              <a:t> – Пестерев Александр(писал код)</a:t>
            </a:r>
          </a:p>
          <a:p>
            <a:pPr marL="0" indent="0">
              <a:buNone/>
            </a:pPr>
            <a:endParaRPr lang="ru-RU" sz="3600" dirty="0" smtClean="0"/>
          </a:p>
          <a:p>
            <a:pPr marL="0" indent="0">
              <a:buNone/>
            </a:pPr>
            <a:r>
              <a:rPr lang="ru-RU" sz="3600" u="sng" dirty="0" smtClean="0"/>
              <a:t>10%</a:t>
            </a:r>
            <a:r>
              <a:rPr lang="ru-RU" sz="3600" dirty="0" smtClean="0"/>
              <a:t> </a:t>
            </a:r>
            <a:r>
              <a:rPr lang="ru-RU" sz="3600" dirty="0"/>
              <a:t>–</a:t>
            </a:r>
            <a:r>
              <a:rPr lang="ru-RU" sz="3600" dirty="0" smtClean="0"/>
              <a:t> интернет источники(</a:t>
            </a:r>
            <a:r>
              <a:rPr lang="en-US" sz="3600" b="1" u="sng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HABR.COM</a:t>
            </a:r>
            <a:r>
              <a:rPr lang="ru-RU" sz="3600" dirty="0" smtClean="0"/>
              <a:t>,</a:t>
            </a:r>
          </a:p>
          <a:p>
            <a:pPr marL="0" indent="0" algn="ctr">
              <a:buNone/>
            </a:pPr>
            <a:r>
              <a:rPr lang="en-US" sz="3600" b="1" u="sng" dirty="0" smtClean="0">
                <a:solidFill>
                  <a:schemeClr val="bg2">
                    <a:lumMod val="60000"/>
                    <a:lumOff val="40000"/>
                  </a:schemeClr>
                </a:solidFill>
                <a:hlinkClick r:id="rId2" tooltip="На главную"/>
              </a:rPr>
              <a:t>METANIT.COM</a:t>
            </a:r>
            <a:r>
              <a:rPr lang="ru-RU" sz="3600" dirty="0" smtClean="0"/>
              <a:t>) 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1907218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i="1" u="sng" dirty="0" smtClean="0"/>
              <a:t>2. Цель </a:t>
            </a:r>
            <a:r>
              <a:rPr lang="ru-RU" b="1" i="1" u="sng" dirty="0"/>
              <a:t>работы</a:t>
            </a:r>
            <a:endParaRPr lang="ru-RU" b="1" i="1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4400" b="1" u="sng" dirty="0" smtClean="0"/>
              <a:t>Использование на практике</a:t>
            </a:r>
            <a:r>
              <a:rPr lang="en-US" sz="4400" b="1" u="sng" dirty="0" smtClean="0"/>
              <a:t>:</a:t>
            </a:r>
            <a:endParaRPr lang="ru-RU" sz="4400" b="1" u="sng" dirty="0" smtClean="0"/>
          </a:p>
          <a:p>
            <a:pPr marL="0" indent="0">
              <a:buNone/>
            </a:pPr>
            <a:r>
              <a:rPr lang="ru-RU" sz="4400" dirty="0" smtClean="0"/>
              <a:t> декораторов, </a:t>
            </a:r>
          </a:p>
          <a:p>
            <a:pPr marL="0" indent="0">
              <a:buNone/>
            </a:pPr>
            <a:r>
              <a:rPr lang="ru-RU" sz="4400" dirty="0" smtClean="0"/>
              <a:t>рекурсии, </a:t>
            </a:r>
          </a:p>
          <a:p>
            <a:pPr marL="0" indent="0">
              <a:buNone/>
            </a:pPr>
            <a:r>
              <a:rPr lang="ru-RU" sz="4400" dirty="0" smtClean="0"/>
              <a:t>анонимные функций, </a:t>
            </a:r>
            <a:r>
              <a:rPr lang="ru-RU" sz="4400" dirty="0"/>
              <a:t>проверки вводимых данных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3349789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23748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221</TotalTime>
  <Words>44</Words>
  <Application>Microsoft Office PowerPoint</Application>
  <PresentationFormat>Широкоэкранный</PresentationFormat>
  <Paragraphs>12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Century Gothic</vt:lpstr>
      <vt:lpstr>Wingdings 3</vt:lpstr>
      <vt:lpstr>Ион</vt:lpstr>
      <vt:lpstr>Робо-пиццерия </vt:lpstr>
      <vt:lpstr>1. Кто работал над программой</vt:lpstr>
      <vt:lpstr>2. Цель работы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САША</dc:creator>
  <cp:lastModifiedBy>САША</cp:lastModifiedBy>
  <cp:revision>8</cp:revision>
  <dcterms:created xsi:type="dcterms:W3CDTF">2025-11-29T04:12:36Z</dcterms:created>
  <dcterms:modified xsi:type="dcterms:W3CDTF">2025-11-29T07:53:58Z</dcterms:modified>
</cp:coreProperties>
</file>